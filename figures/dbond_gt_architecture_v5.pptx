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40864"/>
            <a:ext cx="20848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2267712"/>
            <a:ext cx="20848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2194560"/>
            <a:ext cx="457200" cy="566928"/>
          </a:xfrm>
          <a:prstGeom prst="roundRect">
            <a:avLst>
              <a:gd name="adj" fmla="val 10000"/>
            </a:avLst>
          </a:prstGeom>
          <a:solidFill>
            <a:srgbClr val="BFDBFE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2700000">
              <a:srgbClr val="94A3B8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78408" y="2194560"/>
            <a:ext cx="457200" cy="566928"/>
          </a:xfrm>
          <a:prstGeom prst="roundRect">
            <a:avLst>
              <a:gd name="adj" fmla="val 10000"/>
            </a:avLst>
          </a:prstGeom>
          <a:solidFill>
            <a:srgbClr val="BBF7D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2700000">
              <a:srgbClr val="94A3B8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99616" y="2194560"/>
            <a:ext cx="457200" cy="566928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2700000">
              <a:srgbClr val="94A3B8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499616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54D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20824" y="2194560"/>
            <a:ext cx="457200" cy="566928"/>
          </a:xfrm>
          <a:prstGeom prst="roundRect">
            <a:avLst>
              <a:gd name="adj" fmla="val 10000"/>
            </a:avLst>
          </a:prstGeom>
          <a:solidFill>
            <a:srgbClr val="FBCFE8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2700000">
              <a:srgbClr val="94A3B8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20824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D17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3035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peptide sequence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" y="3566160"/>
            <a:ext cx="1188720" cy="310896"/>
          </a:xfrm>
          <a:prstGeom prst="roundRect">
            <a:avLst>
              <a:gd name="adj" fmla="val 35294"/>
            </a:avLst>
          </a:prstGeom>
          <a:solidFill>
            <a:srgbClr val="F8FAFC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56616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" y="3950208"/>
            <a:ext cx="1188720" cy="310896"/>
          </a:xfrm>
          <a:prstGeom prst="roundRect">
            <a:avLst>
              <a:gd name="adj" fmla="val 35294"/>
            </a:avLst>
          </a:prstGeom>
          <a:solidFill>
            <a:srgbClr val="F8FAFC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39502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pep_mass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" y="4334256"/>
            <a:ext cx="1188720" cy="310896"/>
          </a:xfrm>
          <a:prstGeom prst="roundRect">
            <a:avLst>
              <a:gd name="adj" fmla="val 35294"/>
            </a:avLst>
          </a:prstGeom>
          <a:solidFill>
            <a:srgbClr val="F8FAFC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433425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97480" y="777240"/>
            <a:ext cx="374904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1750">
            <a:solidFill>
              <a:srgbClr val="334155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2697480" y="3794760"/>
            <a:ext cx="374904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31750">
            <a:solidFill>
              <a:srgbClr val="334155"/>
            </a:solidFill>
            <a:prstDash val="sysDot"/>
          </a:ln>
        </p:spPr>
      </p:sp>
      <p:sp>
        <p:nvSpPr>
          <p:cNvPr id="22" name="Text 20"/>
          <p:cNvSpPr/>
          <p:nvPr/>
        </p:nvSpPr>
        <p:spPr>
          <a:xfrm>
            <a:off x="2834640" y="868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stream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502152" y="1389888"/>
            <a:ext cx="256032" cy="256032"/>
          </a:xfrm>
          <a:prstGeom prst="ellipse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02152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21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71800" y="2286000"/>
            <a:ext cx="237744" cy="237744"/>
          </a:xfrm>
          <a:prstGeom prst="ellipse">
            <a:avLst/>
          </a:prstGeom>
          <a:solidFill>
            <a:srgbClr val="0D9488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9544" y="2404872"/>
            <a:ext cx="54864" cy="457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64408" y="2286000"/>
            <a:ext cx="237744" cy="237744"/>
          </a:xfrm>
          <a:prstGeom prst="ellipse">
            <a:avLst/>
          </a:prstGeom>
          <a:solidFill>
            <a:srgbClr val="0D9488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02152" y="2404872"/>
            <a:ext cx="54864" cy="457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57016" y="2286000"/>
            <a:ext cx="237744" cy="237744"/>
          </a:xfrm>
          <a:prstGeom prst="ellipse">
            <a:avLst/>
          </a:prstGeom>
          <a:solidFill>
            <a:srgbClr val="0D9488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94760" y="2404872"/>
            <a:ext cx="54864" cy="457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9624" y="2286000"/>
            <a:ext cx="237744" cy="237744"/>
          </a:xfrm>
          <a:prstGeom prst="ellipse">
            <a:avLst/>
          </a:prstGeom>
          <a:solidFill>
            <a:srgbClr val="0D9488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090672" y="1645920"/>
            <a:ext cx="539496" cy="640080"/>
          </a:xfrm>
          <a:prstGeom prst="line">
            <a:avLst/>
          </a:prstGeom>
          <a:noFill/>
          <a:ln w="11430">
            <a:solidFill>
              <a:srgbClr val="A78BFA"/>
            </a:solidFill>
            <a:prstDash val="sysDot"/>
          </a:ln>
        </p:spPr>
      </p:sp>
      <p:sp>
        <p:nvSpPr>
          <p:cNvPr id="33" name="Shape 31"/>
          <p:cNvSpPr/>
          <p:nvPr/>
        </p:nvSpPr>
        <p:spPr>
          <a:xfrm>
            <a:off x="3630168" y="1645920"/>
            <a:ext cx="338328" cy="640080"/>
          </a:xfrm>
          <a:prstGeom prst="line">
            <a:avLst/>
          </a:prstGeom>
          <a:noFill/>
          <a:ln w="11430">
            <a:solidFill>
              <a:srgbClr val="A78BFA"/>
            </a:solidFill>
            <a:prstDash val="sysDot"/>
          </a:ln>
        </p:spPr>
      </p:sp>
      <p:sp>
        <p:nvSpPr>
          <p:cNvPr id="34" name="Text 32"/>
          <p:cNvSpPr/>
          <p:nvPr/>
        </p:nvSpPr>
        <p:spPr>
          <a:xfrm>
            <a:off x="2880360" y="261518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residue graph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47488" y="1746504"/>
            <a:ext cx="777240" cy="566928"/>
          </a:xfrm>
          <a:prstGeom prst="parallelogram">
            <a:avLst/>
          </a:prstGeom>
          <a:solidFill>
            <a:srgbClr val="C4B5FD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2700000">
              <a:srgbClr val="94A3B8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965192" y="1682496"/>
            <a:ext cx="777240" cy="566928"/>
          </a:xfrm>
          <a:prstGeom prst="parallelogram">
            <a:avLst/>
          </a:prstGeom>
          <a:solidFill>
            <a:srgbClr val="A78BF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82896" y="1618488"/>
            <a:ext cx="777240" cy="566928"/>
          </a:xfrm>
          <a:prstGeom prst="parallelogram">
            <a:avLst/>
          </a:prstGeom>
          <a:solidFill>
            <a:srgbClr val="8B5CF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00600" y="1554480"/>
            <a:ext cx="777240" cy="566928"/>
          </a:xfrm>
          <a:prstGeom prst="parallelogram">
            <a:avLst/>
          </a:prstGeom>
          <a:solidFill>
            <a:srgbClr val="7C3AE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2313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1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node/edge encoders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709160" y="2551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 ∈ ℝ²⁵⁶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 flipV="1">
            <a:off x="4206240" y="1828800"/>
            <a:ext cx="548640" cy="548640"/>
          </a:xfrm>
          <a:prstGeom prst="line">
            <a:avLst/>
          </a:prstGeom>
          <a:noFill/>
          <a:ln w="317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989320" y="1783080"/>
            <a:ext cx="384048" cy="4572"/>
          </a:xfrm>
          <a:prstGeom prst="line">
            <a:avLst/>
          </a:prstGeom>
          <a:noFill/>
          <a:ln w="317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2834640" y="38862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Condition stream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71800" y="4453128"/>
            <a:ext cx="960120" cy="402336"/>
          </a:xfrm>
          <a:prstGeom prst="roundRect">
            <a:avLst>
              <a:gd name="adj" fmla="val 27273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44531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971800" y="4983480"/>
            <a:ext cx="960120" cy="402336"/>
          </a:xfrm>
          <a:prstGeom prst="roundRect">
            <a:avLst>
              <a:gd name="adj" fmla="val 27273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71800" y="49834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95928" y="4846320"/>
            <a:ext cx="393192" cy="4572"/>
          </a:xfrm>
          <a:prstGeom prst="line">
            <a:avLst/>
          </a:prstGeom>
          <a:noFill/>
          <a:ln w="317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727448" y="4672584"/>
            <a:ext cx="841248" cy="713232"/>
          </a:xfrm>
          <a:prstGeom prst="parallelogram">
            <a:avLst/>
          </a:prstGeom>
          <a:solidFill>
            <a:srgbClr val="FDE68A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2700000">
              <a:srgbClr val="94A3B8">
                <a:alpha val="3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45152" y="4608576"/>
            <a:ext cx="841248" cy="713232"/>
          </a:xfrm>
          <a:prstGeom prst="parallelogram">
            <a:avLst/>
          </a:prstGeom>
          <a:solidFill>
            <a:srgbClr val="FCD34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62856" y="4544568"/>
            <a:ext cx="841248" cy="713232"/>
          </a:xfrm>
          <a:prstGeom prst="parallelogram">
            <a:avLst/>
          </a:prstGeom>
          <a:solidFill>
            <a:srgbClr val="FBBF2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80560" y="4480560"/>
            <a:ext cx="841248" cy="713232"/>
          </a:xfrm>
          <a:prstGeom prst="parallelogram">
            <a:avLst/>
          </a:prstGeom>
          <a:solidFill>
            <a:srgbClr val="F59E0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34840" y="53309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FiLM MLP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434840" y="556869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γ, β ∈ ℝ²⁵⁶ (each)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989320" y="4846320"/>
            <a:ext cx="384048" cy="4572"/>
          </a:xfrm>
          <a:prstGeom prst="line">
            <a:avLst/>
          </a:prstGeom>
          <a:noFill/>
          <a:ln w="317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6903720" y="2720340"/>
            <a:ext cx="1371600" cy="1143000"/>
          </a:xfrm>
          <a:prstGeom prst="roundRect">
            <a:avLst>
              <a:gd name="adj" fmla="val 7200"/>
            </a:avLst>
          </a:prstGeom>
          <a:solidFill>
            <a:srgbClr val="1E3A8A"/>
          </a:solidFill>
          <a:ln/>
          <a:effectLst>
            <a:outerShdw sx="100000" sy="100000" kx="0" ky="0" algn="bl" rotWithShape="0" blurRad="76200" dist="25400" dir="5400000">
              <a:srgbClr val="64748B">
                <a:alpha val="3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922008" y="2738628"/>
            <a:ext cx="1335024" cy="525780"/>
          </a:xfrm>
          <a:prstGeom prst="roundRect">
            <a:avLst>
              <a:gd name="adj" fmla="val 13913"/>
            </a:avLst>
          </a:prstGeom>
          <a:solidFill>
            <a:srgbClr val="3B82F6"/>
          </a:solidFill>
          <a:ln/>
        </p:spPr>
      </p:sp>
      <p:sp>
        <p:nvSpPr>
          <p:cNvPr id="58" name="Text 56"/>
          <p:cNvSpPr/>
          <p:nvPr/>
        </p:nvSpPr>
        <p:spPr>
          <a:xfrm>
            <a:off x="6903720" y="28483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FiLM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949440" y="32689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 ← (1+γ)⊙h + β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501384" y="1783080"/>
            <a:ext cx="347472" cy="1257300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6501384" y="3543300"/>
            <a:ext cx="347472" cy="1303020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 flipV="1">
            <a:off x="1783080" y="1783080"/>
            <a:ext cx="859536" cy="1005840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170432" y="4736592"/>
            <a:ext cx="1472184" cy="109728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1682496" y="3017520"/>
            <a:ext cx="960120" cy="1088136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595360" y="2148840"/>
            <a:ext cx="1828800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31750">
            <a:solidFill>
              <a:srgbClr val="334155"/>
            </a:solidFill>
            <a:prstDash val="sysDot"/>
          </a:ln>
        </p:spPr>
      </p:sp>
      <p:sp>
        <p:nvSpPr>
          <p:cNvPr id="66" name="Text 64"/>
          <p:cNvSpPr/>
          <p:nvPr/>
        </p:nvSpPr>
        <p:spPr>
          <a:xfrm>
            <a:off x="8705088" y="2221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passing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961120" y="2752344"/>
            <a:ext cx="914400" cy="475488"/>
          </a:xfrm>
          <a:prstGeom prst="parallelogram">
            <a:avLst/>
          </a:prstGeom>
          <a:solidFill>
            <a:srgbClr val="93C5FD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2700000">
              <a:srgbClr val="94A3B8">
                <a:alpha val="3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8878824" y="2688336"/>
            <a:ext cx="914400" cy="475488"/>
          </a:xfrm>
          <a:prstGeom prst="parallelogram">
            <a:avLst/>
          </a:prstGeom>
          <a:solidFill>
            <a:srgbClr val="60A5F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96528" y="2624328"/>
            <a:ext cx="914400" cy="475488"/>
          </a:xfrm>
          <a:prstGeom prst="parallelogram">
            <a:avLst/>
          </a:prstGeom>
          <a:solidFill>
            <a:srgbClr val="3B82F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686800" y="315468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× gated residual GCN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509760" y="3392424"/>
            <a:ext cx="4572" cy="164592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8961120" y="3721608"/>
            <a:ext cx="914400" cy="475488"/>
          </a:xfrm>
          <a:prstGeom prst="parallelogram">
            <a:avLst/>
          </a:prstGeom>
          <a:solidFill>
            <a:srgbClr val="93C5FD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2700000">
              <a:srgbClr val="94A3B8">
                <a:alpha val="3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8878824" y="3657600"/>
            <a:ext cx="914400" cy="475488"/>
          </a:xfrm>
          <a:prstGeom prst="parallelogram">
            <a:avLst/>
          </a:prstGeom>
          <a:solidFill>
            <a:srgbClr val="60A5F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96528" y="3593592"/>
            <a:ext cx="914400" cy="475488"/>
          </a:xfrm>
          <a:prstGeom prst="parallelogram">
            <a:avLst/>
          </a:prstGeom>
          <a:solidFill>
            <a:srgbClr val="3B82F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686800" y="412394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× edge-aware GAT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330184" y="3291840"/>
            <a:ext cx="210312" cy="4572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908792" y="2642616"/>
            <a:ext cx="960120" cy="566928"/>
          </a:xfrm>
          <a:prstGeom prst="parallelogram">
            <a:avLst/>
          </a:prstGeom>
          <a:solidFill>
            <a:srgbClr val="C4B5FD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2700000">
              <a:srgbClr val="94A3B8">
                <a:alpha val="3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0826496" y="2578608"/>
            <a:ext cx="960120" cy="566928"/>
          </a:xfrm>
          <a:prstGeom prst="parallelogram">
            <a:avLst/>
          </a:prstGeom>
          <a:solidFill>
            <a:srgbClr val="A78BF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744200" y="2514600"/>
            <a:ext cx="960120" cy="566928"/>
          </a:xfrm>
          <a:prstGeom prst="parallelogram">
            <a:avLst/>
          </a:prstGeom>
          <a:solidFill>
            <a:srgbClr val="7C3AE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634472" y="318211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1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bond head (+theory)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0634472" y="34198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MLP → Sigmoid → pᵢ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479024" y="3291840"/>
            <a:ext cx="210312" cy="4572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10789920" y="4044391"/>
            <a:ext cx="128016" cy="481889"/>
          </a:xfrm>
          <a:prstGeom prst="roundRect">
            <a:avLst>
              <a:gd name="adj" fmla="val 10714"/>
            </a:avLst>
          </a:prstGeom>
          <a:solidFill>
            <a:srgbClr val="D97706"/>
          </a:solidFill>
          <a:ln/>
          <a:effectLst>
            <a:outerShdw sx="100000" sy="100000" kx="0" ky="0" algn="bl" rotWithShape="0" blurRad="38100" dist="12700" dir="5400000">
              <a:srgbClr val="94A3B8">
                <a:alpha val="25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10963656" y="4254246"/>
            <a:ext cx="128016" cy="272034"/>
          </a:xfrm>
          <a:prstGeom prst="roundRect">
            <a:avLst>
              <a:gd name="adj" fmla="val 10714"/>
            </a:avLst>
          </a:prstGeom>
          <a:solidFill>
            <a:srgbClr val="0D9488"/>
          </a:solidFill>
          <a:ln/>
          <a:effectLst>
            <a:outerShdw sx="100000" sy="100000" kx="0" ky="0" algn="bl" rotWithShape="0" blurRad="38100" dist="12700" dir="5400000">
              <a:srgbClr val="94A3B8">
                <a:alpha val="25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11137392" y="3920033"/>
            <a:ext cx="128016" cy="606247"/>
          </a:xfrm>
          <a:prstGeom prst="roundRect">
            <a:avLst>
              <a:gd name="adj" fmla="val 10714"/>
            </a:avLst>
          </a:prstGeom>
          <a:solidFill>
            <a:srgbClr val="D97706"/>
          </a:solidFill>
          <a:ln/>
          <a:effectLst>
            <a:outerShdw sx="100000" sy="100000" kx="0" ky="0" algn="bl" rotWithShape="0" blurRad="38100" dist="12700" dir="5400000">
              <a:srgbClr val="94A3B8">
                <a:alpha val="25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0762488" y="4137660"/>
            <a:ext cx="1170432" cy="4572"/>
          </a:xfrm>
          <a:prstGeom prst="line">
            <a:avLst/>
          </a:prstGeom>
          <a:noFill/>
          <a:ln w="12700">
            <a:solidFill>
              <a:srgbClr val="CBD5E1"/>
            </a:solidFill>
            <a:prstDash val="sysDash"/>
          </a:ln>
        </p:spPr>
      </p:sp>
      <p:sp>
        <p:nvSpPr>
          <p:cNvPr id="87" name="Text 85"/>
          <p:cNvSpPr/>
          <p:nvPr/>
        </p:nvSpPr>
        <p:spPr>
          <a:xfrm>
            <a:off x="10634472" y="4599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pᵢ per peptide bond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2026-10-13T05:36:01Z</dcterms:created>
  <dcterms:modified xsi:type="dcterms:W3CDTF">2026-10-13T05:36:01Z</dcterms:modified>
</cp:coreProperties>
</file>