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40864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67712"/>
            <a:ext cx="20848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9456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94A3B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78408" y="219456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BBF7D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94A3B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99616" y="219456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94A3B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99616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20824" y="2194560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BCFE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94A3B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0824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17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peptide sequence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356616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395020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9502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pep_mass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433425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334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777240"/>
            <a:ext cx="37490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334155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2697480" y="3794760"/>
            <a:ext cx="37490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334155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2834640" y="868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stream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02152" y="1389888"/>
            <a:ext cx="256032" cy="25603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71800" y="2286000"/>
            <a:ext cx="237744" cy="237744"/>
          </a:xfrm>
          <a:prstGeom prst="ellipse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9544" y="2404872"/>
            <a:ext cx="54864" cy="457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2286000"/>
            <a:ext cx="237744" cy="237744"/>
          </a:xfrm>
          <a:prstGeom prst="ellipse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02152" y="2404872"/>
            <a:ext cx="54864" cy="457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57016" y="2286000"/>
            <a:ext cx="237744" cy="237744"/>
          </a:xfrm>
          <a:prstGeom prst="ellipse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2404872"/>
            <a:ext cx="54864" cy="457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9624" y="2286000"/>
            <a:ext cx="237744" cy="237744"/>
          </a:xfrm>
          <a:prstGeom prst="ellipse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3090672" y="1645920"/>
            <a:ext cx="539496" cy="640080"/>
          </a:xfrm>
          <a:prstGeom prst="line">
            <a:avLst/>
          </a:prstGeom>
          <a:noFill/>
          <a:ln w="11430">
            <a:solidFill>
              <a:srgbClr val="A78BFA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3630168" y="1645920"/>
            <a:ext cx="338328" cy="640080"/>
          </a:xfrm>
          <a:prstGeom prst="line">
            <a:avLst/>
          </a:prstGeom>
          <a:noFill/>
          <a:ln w="11430">
            <a:solidFill>
              <a:srgbClr val="A78BFA"/>
            </a:solidFill>
            <a:prstDash val="sysDot"/>
          </a:ln>
        </p:spPr>
      </p:sp>
      <p:sp>
        <p:nvSpPr>
          <p:cNvPr id="34" name="Text 32"/>
          <p:cNvSpPr/>
          <p:nvPr/>
        </p:nvSpPr>
        <p:spPr>
          <a:xfrm>
            <a:off x="2880360" y="26151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residue graph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47488" y="1746504"/>
            <a:ext cx="777240" cy="566928"/>
          </a:xfrm>
          <a:prstGeom prst="parallelogram">
            <a:avLst/>
          </a:prstGeom>
          <a:solidFill>
            <a:srgbClr val="C4B5F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94A3B8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65192" y="1682496"/>
            <a:ext cx="777240" cy="566928"/>
          </a:xfrm>
          <a:prstGeom prst="parallelogram">
            <a:avLst/>
          </a:prstGeom>
          <a:solidFill>
            <a:srgbClr val="A78B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1618488"/>
            <a:ext cx="777240" cy="566928"/>
          </a:xfrm>
          <a:prstGeom prst="parallelogram">
            <a:avLst/>
          </a:prstGeom>
          <a:solidFill>
            <a:srgbClr val="8B5C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1554480"/>
            <a:ext cx="777240" cy="566928"/>
          </a:xfrm>
          <a:prstGeom prst="parallelogram">
            <a:avLst/>
          </a:prstGeom>
          <a:solidFill>
            <a:srgbClr val="7C3AE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3134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node/edge encoders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25511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∈ ℝ²⁵⁶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 flipV="1">
            <a:off x="4206240" y="1828800"/>
            <a:ext cx="548640" cy="54864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89320" y="1783080"/>
            <a:ext cx="384048" cy="4572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834640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 stream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71800" y="4453128"/>
            <a:ext cx="960120" cy="402336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44531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71800" y="4983480"/>
            <a:ext cx="960120" cy="402336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49834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95928" y="4846320"/>
            <a:ext cx="393192" cy="4572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27448" y="4672584"/>
            <a:ext cx="841248" cy="713232"/>
          </a:xfrm>
          <a:prstGeom prst="parallelogram">
            <a:avLst/>
          </a:prstGeom>
          <a:solidFill>
            <a:srgbClr val="FDE68A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94A3B8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45152" y="4608576"/>
            <a:ext cx="841248" cy="713232"/>
          </a:xfrm>
          <a:prstGeom prst="parallelogram">
            <a:avLst/>
          </a:prstGeom>
          <a:solidFill>
            <a:srgbClr val="FCD34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62856" y="4544568"/>
            <a:ext cx="841248" cy="713232"/>
          </a:xfrm>
          <a:prstGeom prst="parallelogram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4480560"/>
            <a:ext cx="841248" cy="713232"/>
          </a:xfrm>
          <a:prstGeom prst="parallelogram">
            <a:avLst/>
          </a:prstGeom>
          <a:solidFill>
            <a:srgbClr val="F59E0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53309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 MLP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34840" y="55686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(γ, β) ∈ ℝ²⁵⁶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89320" y="4846320"/>
            <a:ext cx="384048" cy="4572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903720" y="2720340"/>
            <a:ext cx="1371600" cy="1143000"/>
          </a:xfrm>
          <a:prstGeom prst="roundRect">
            <a:avLst>
              <a:gd name="adj" fmla="val 72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76200" dist="25400" dir="5400000">
              <a:srgbClr val="64748B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922008" y="2738628"/>
            <a:ext cx="1335024" cy="525780"/>
          </a:xfrm>
          <a:prstGeom prst="roundRect">
            <a:avLst>
              <a:gd name="adj" fmla="val 13913"/>
            </a:avLst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6903720" y="28483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49440" y="32689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← (1+γ)⊙h + β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01384" y="1783080"/>
            <a:ext cx="347472" cy="125730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6501384" y="3543300"/>
            <a:ext cx="347472" cy="130302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783080" y="1783080"/>
            <a:ext cx="859536" cy="100584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170432" y="4736592"/>
            <a:ext cx="1472184" cy="109728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595360" y="2148840"/>
            <a:ext cx="18288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1750">
            <a:solidFill>
              <a:srgbClr val="334155"/>
            </a:solidFill>
            <a:prstDash val="sysDot"/>
          </a:ln>
        </p:spPr>
      </p:sp>
      <p:sp>
        <p:nvSpPr>
          <p:cNvPr id="65" name="Text 63"/>
          <p:cNvSpPr/>
          <p:nvPr/>
        </p:nvSpPr>
        <p:spPr>
          <a:xfrm>
            <a:off x="8705088" y="2221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961120" y="2752344"/>
            <a:ext cx="914400" cy="475488"/>
          </a:xfrm>
          <a:prstGeom prst="parallelogram">
            <a:avLst/>
          </a:prstGeom>
          <a:solidFill>
            <a:srgbClr val="93C5F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94A3B8">
                <a:alpha val="3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878824" y="2688336"/>
            <a:ext cx="914400" cy="475488"/>
          </a:xfrm>
          <a:prstGeom prst="parallelogram">
            <a:avLst/>
          </a:prstGeom>
          <a:solidFill>
            <a:srgbClr val="60A5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96528" y="2624328"/>
            <a:ext cx="914400" cy="475488"/>
          </a:xfrm>
          <a:prstGeom prst="parallelogram">
            <a:avLst/>
          </a:prstGeom>
          <a:solidFill>
            <a:srgbClr val="3B82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0" y="3154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gated residual GCN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509760" y="3392424"/>
            <a:ext cx="4572" cy="16459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961120" y="3721608"/>
            <a:ext cx="914400" cy="475488"/>
          </a:xfrm>
          <a:prstGeom prst="parallelogram">
            <a:avLst/>
          </a:prstGeom>
          <a:solidFill>
            <a:srgbClr val="93C5F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94A3B8">
                <a:alpha val="3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878824" y="3657600"/>
            <a:ext cx="914400" cy="475488"/>
          </a:xfrm>
          <a:prstGeom prst="parallelogram">
            <a:avLst/>
          </a:prstGeom>
          <a:solidFill>
            <a:srgbClr val="60A5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6528" y="3593592"/>
            <a:ext cx="914400" cy="475488"/>
          </a:xfrm>
          <a:prstGeom prst="parallelogram">
            <a:avLst/>
          </a:prstGeom>
          <a:solidFill>
            <a:srgbClr val="3B82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86800" y="41239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× edge-aware GAT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330184" y="3291840"/>
            <a:ext cx="210312" cy="4572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0908792" y="2642616"/>
            <a:ext cx="960120" cy="566928"/>
          </a:xfrm>
          <a:prstGeom prst="parallelogram">
            <a:avLst/>
          </a:prstGeom>
          <a:solidFill>
            <a:srgbClr val="C4B5F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94A3B8">
                <a:alpha val="3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0826496" y="2578608"/>
            <a:ext cx="960120" cy="566928"/>
          </a:xfrm>
          <a:prstGeom prst="parallelogram">
            <a:avLst/>
          </a:prstGeom>
          <a:solidFill>
            <a:srgbClr val="A78B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744200" y="2514600"/>
            <a:ext cx="960120" cy="566928"/>
          </a:xfrm>
          <a:prstGeom prst="parallelogram">
            <a:avLst/>
          </a:prstGeom>
          <a:solidFill>
            <a:srgbClr val="7C3AE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634472" y="3182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head (+theory)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0634472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MLP → Sigmoid → pᵢ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479024" y="3291840"/>
            <a:ext cx="210312" cy="4572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10789920" y="4339742"/>
            <a:ext cx="128016" cy="186538"/>
          </a:xfrm>
          <a:prstGeom prst="roundRect">
            <a:avLst>
              <a:gd name="adj" fmla="val 10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0963656" y="4075481"/>
            <a:ext cx="128016" cy="450799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1137392" y="4254246"/>
            <a:ext cx="128016" cy="272034"/>
          </a:xfrm>
          <a:prstGeom prst="roundRect">
            <a:avLst>
              <a:gd name="adj" fmla="val 10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1311128" y="3920033"/>
            <a:ext cx="128016" cy="606247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1484864" y="4199839"/>
            <a:ext cx="128016" cy="326441"/>
          </a:xfrm>
          <a:prstGeom prst="roundRect">
            <a:avLst>
              <a:gd name="adj" fmla="val 10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1658600" y="4013302"/>
            <a:ext cx="128016" cy="512978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11832336" y="4293108"/>
            <a:ext cx="128016" cy="233172"/>
          </a:xfrm>
          <a:prstGeom prst="roundRect">
            <a:avLst>
              <a:gd name="adj" fmla="val 10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12700" dir="54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0762488" y="4137660"/>
            <a:ext cx="1170432" cy="45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ash"/>
          </a:ln>
        </p:spPr>
      </p:sp>
      <p:sp>
        <p:nvSpPr>
          <p:cNvPr id="90" name="Text 88"/>
          <p:cNvSpPr/>
          <p:nvPr/>
        </p:nvSpPr>
        <p:spPr>
          <a:xfrm>
            <a:off x="10634472" y="4599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pᵢ per peptide bond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2026-10-08T10:04:59Z</dcterms:created>
  <dcterms:modified xsi:type="dcterms:W3CDTF">2026-10-08T10:04:59Z</dcterms:modified>
</cp:coreProperties>
</file>