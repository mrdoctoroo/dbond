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DBond-GT: Graph Transformer for Peptide Bond-Cleavage Prediction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06840" y="2194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pre-synthesis setting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group-folded 5-fold CV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 &amp; GRAPH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200400" y="749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0" y="749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PASSING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0" y="7498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2331720" cy="1783080"/>
          </a:xfrm>
          <a:prstGeom prst="roundRect">
            <a:avLst>
              <a:gd name="adj" fmla="val 2564"/>
            </a:avLst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9888" y="1261872"/>
            <a:ext cx="365760" cy="365760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10" name="Text 8"/>
          <p:cNvSpPr/>
          <p:nvPr/>
        </p:nvSpPr>
        <p:spPr>
          <a:xfrm>
            <a:off x="1389888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H="1">
            <a:off x="713232" y="1627632"/>
            <a:ext cx="859536" cy="50292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572768" y="1627632"/>
            <a:ext cx="0" cy="50292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572768" y="1627632"/>
            <a:ext cx="859536" cy="50292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86384" y="2075688"/>
            <a:ext cx="71323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216152" y="2075688"/>
            <a:ext cx="71323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645920" y="2075688"/>
            <a:ext cx="71323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68680" y="2286000"/>
            <a:ext cx="11887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8448" y="2286000"/>
            <a:ext cx="11887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28216" y="2286000"/>
            <a:ext cx="11887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7984" y="2286000"/>
            <a:ext cx="11887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" y="2130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" y="2130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417320" y="2130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47088" y="2130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1847088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76856" y="2130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2276856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rot="2700000">
            <a:off x="1741932" y="2235708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288950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Bidirectional sequence edges + distance edges (d_max=6, effective |i−j|≤5) + global node;  ◆ = bond site (i, i+1)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" y="361188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0352" y="36118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(per condition group)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+ charge, pep_mass, NCE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(pre-synthesis: no intensity / scan_num / rt)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11480" y="5029200"/>
            <a:ext cx="3794760" cy="9144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66928" y="50292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Conditioning signal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= [charge, NCE] — observable before synthesis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0" y="1051560"/>
            <a:ext cx="2377440" cy="1371600"/>
          </a:xfrm>
          <a:prstGeom prst="roundRect">
            <a:avLst>
              <a:gd name="adj" fmla="val 3333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10128" y="1051560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Encoder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emb (64) ⊕ position (32) ⊕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physicochem. (32) ⊕ state MLP (charge, pep_mass)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⊕ env MLP (NCE) → Linear+LN → h∈ℝ²⁵⁶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200400" y="2606040"/>
            <a:ext cx="2377440" cy="1051560"/>
          </a:xfrm>
          <a:prstGeom prst="roundRect">
            <a:avLst>
              <a:gd name="adj" fmla="val 4348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310128" y="2606040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Encoder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emb ⊕ distance emb ⊕ raw attrs (4-d: d, q, m, NCE)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e∈ℝ²⁵⁶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200400" y="384048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10128" y="38404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Node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learnable emb ⊕ proj(state ⊕ env),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to all residues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035040" y="1051560"/>
            <a:ext cx="2468880" cy="3200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35040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Passing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63640" y="160020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1600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× Residual GCN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263640" y="233172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× Edge-gated GAT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263640" y="306324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3063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node in every layer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26480" y="3767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(γ, β) modulate node features here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0" y="50292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663440" y="5029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MLP(2→64→512) → (γ, β);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← (1+γ)⊙h + β;  zero-init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961120" y="1051560"/>
            <a:ext cx="2816352" cy="1600200"/>
          </a:xfrm>
          <a:prstGeom prst="roundRect">
            <a:avLst>
              <a:gd name="adj" fmla="val 2857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098280" y="1051560"/>
            <a:ext cx="25786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Bond Prediction Head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bond (i, j=i+1), concat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hᵢ ‖ hⱼ ‖ eᵢⱼ ‖ hᵢ−hⱼ ‖ hᵢ⊙hⱼ ‖ theory ]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(6×256=1536) → MLP → logit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692640" y="2880360"/>
            <a:ext cx="2084832" cy="1280160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802368" y="2880360"/>
            <a:ext cx="1883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Theory features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15-d per bond: b/y m/z, flanking masses, H₂O/NH₃ loss, Pro context → proj 256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961120" y="4389120"/>
            <a:ext cx="28163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098280" y="4480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Per-bond cleavage probability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9189720" y="5047488"/>
            <a:ext cx="2377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11521440" y="480974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281160" y="5212080"/>
            <a:ext cx="155448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3" name="Shape 61"/>
          <p:cNvSpPr/>
          <p:nvPr/>
        </p:nvSpPr>
        <p:spPr>
          <a:xfrm>
            <a:off x="9555480" y="4965192"/>
            <a:ext cx="155448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4" name="Shape 62"/>
          <p:cNvSpPr/>
          <p:nvPr/>
        </p:nvSpPr>
        <p:spPr>
          <a:xfrm>
            <a:off x="9829800" y="5120640"/>
            <a:ext cx="155448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5" name="Shape 63"/>
          <p:cNvSpPr/>
          <p:nvPr/>
        </p:nvSpPr>
        <p:spPr>
          <a:xfrm>
            <a:off x="10104120" y="4782312"/>
            <a:ext cx="15544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6" name="Shape 64"/>
          <p:cNvSpPr/>
          <p:nvPr/>
        </p:nvSpPr>
        <p:spPr>
          <a:xfrm>
            <a:off x="10378440" y="5056632"/>
            <a:ext cx="155448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7" name="Shape 65"/>
          <p:cNvSpPr/>
          <p:nvPr/>
        </p:nvSpPr>
        <p:spPr>
          <a:xfrm>
            <a:off x="10652760" y="5193792"/>
            <a:ext cx="155448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8" name="Shape 66"/>
          <p:cNvSpPr/>
          <p:nvPr/>
        </p:nvSpPr>
        <p:spPr>
          <a:xfrm>
            <a:off x="10927080" y="4901184"/>
            <a:ext cx="15544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9" name="Text 67"/>
          <p:cNvSpPr/>
          <p:nvPr/>
        </p:nvSpPr>
        <p:spPr>
          <a:xfrm>
            <a:off x="9098280" y="55046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inference: 5-seed probability averaging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2743200" y="1737360"/>
            <a:ext cx="45720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2743200" y="3154680"/>
            <a:ext cx="457200" cy="82296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2743200" y="4297680"/>
            <a:ext cx="457200" cy="4572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5577840" y="1737360"/>
            <a:ext cx="45720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577840" y="3127248"/>
            <a:ext cx="45720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5577840" y="4297680"/>
            <a:ext cx="45720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 flipV="1">
            <a:off x="6400800" y="4251960"/>
            <a:ext cx="0" cy="77724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4206240" y="5486400"/>
            <a:ext cx="36576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8503920" y="1828800"/>
            <a:ext cx="45720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9326880" y="2651760"/>
            <a:ext cx="0" cy="173736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V="1">
            <a:off x="10735056" y="2651760"/>
            <a:ext cx="0" cy="22860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411480" y="6309360"/>
            <a:ext cx="3657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41248" y="6181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edge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2331720" y="630936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4" name="Text 82"/>
          <p:cNvSpPr/>
          <p:nvPr/>
        </p:nvSpPr>
        <p:spPr>
          <a:xfrm>
            <a:off x="2761488" y="6181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 / global edge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 rot="2700000">
            <a:off x="4754880" y="6249924"/>
            <a:ext cx="118872" cy="118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6" name="Text 84"/>
          <p:cNvSpPr/>
          <p:nvPr/>
        </p:nvSpPr>
        <p:spPr>
          <a:xfrm>
            <a:off x="4983480" y="6181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bond site (i, i+1)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6629400" y="622706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8" name="Text 86"/>
          <p:cNvSpPr/>
          <p:nvPr/>
        </p:nvSpPr>
        <p:spPr>
          <a:xfrm>
            <a:off x="6858000" y="61813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residue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909560" y="6208776"/>
            <a:ext cx="201168" cy="201168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90" name="Text 88"/>
          <p:cNvSpPr/>
          <p:nvPr/>
        </p:nvSpPr>
        <p:spPr>
          <a:xfrm>
            <a:off x="8183880" y="6181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node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9601200" y="61813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modules are native PowerPoint shapes — fully editable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DBond</dc:creator>
  <cp:lastModifiedBy>DBond</cp:lastModifiedBy>
  <cp:revision>1</cp:revision>
  <dcterms:created xsi:type="dcterms:W3CDTF">2026-09-21T06:56:08Z</dcterms:created>
  <dcterms:modified xsi:type="dcterms:W3CDTF">2026-09-21T06:56:08Z</dcterms:modified>
</cp:coreProperties>
</file>