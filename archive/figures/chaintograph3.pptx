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467" y="1568297"/>
            <a:ext cx="2696671" cy="17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peptide sequence P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348335" y="1837964"/>
            <a:ext cx="296634" cy="296634"/>
          </a:xfrm>
          <a:prstGeom prst="roundRect">
            <a:avLst>
              <a:gd name="adj" fmla="val 6165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48335" y="1837964"/>
            <a:ext cx="296634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0253" y="1837964"/>
            <a:ext cx="296634" cy="296634"/>
          </a:xfrm>
          <a:prstGeom prst="roundRect">
            <a:avLst>
              <a:gd name="adj" fmla="val 6165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0253" y="1837964"/>
            <a:ext cx="296634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92170" y="1837964"/>
            <a:ext cx="296634" cy="296634"/>
          </a:xfrm>
          <a:prstGeom prst="roundRect">
            <a:avLst>
              <a:gd name="adj" fmla="val 6165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92170" y="1837964"/>
            <a:ext cx="296634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64088" y="1837964"/>
            <a:ext cx="296634" cy="296634"/>
          </a:xfrm>
          <a:prstGeom prst="roundRect">
            <a:avLst>
              <a:gd name="adj" fmla="val 6165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64088" y="1837964"/>
            <a:ext cx="296634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36005" y="1837964"/>
            <a:ext cx="296634" cy="296634"/>
          </a:xfrm>
          <a:prstGeom prst="roundRect">
            <a:avLst>
              <a:gd name="adj" fmla="val 6165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36005" y="1837964"/>
            <a:ext cx="296634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07922" y="1837964"/>
            <a:ext cx="296634" cy="296634"/>
          </a:xfrm>
          <a:prstGeom prst="roundRect">
            <a:avLst>
              <a:gd name="adj" fmla="val 6165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7922" y="1837964"/>
            <a:ext cx="296634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79840" y="1837964"/>
            <a:ext cx="296634" cy="296634"/>
          </a:xfrm>
          <a:prstGeom prst="roundRect">
            <a:avLst>
              <a:gd name="adj" fmla="val 6165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79840" y="1837964"/>
            <a:ext cx="296634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51757" y="1837964"/>
            <a:ext cx="296634" cy="296634"/>
          </a:xfrm>
          <a:prstGeom prst="roundRect">
            <a:avLst>
              <a:gd name="adj" fmla="val 6165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1757" y="1837964"/>
            <a:ext cx="296634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334" y="1837964"/>
            <a:ext cx="741584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H₃N⁺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4125" y="1837964"/>
            <a:ext cx="741584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COO⁻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44969" y="1986281"/>
            <a:ext cx="175284" cy="9144"/>
          </a:xfrm>
          <a:prstGeom prst="line">
            <a:avLst/>
          </a:prstGeom>
          <a:noFill/>
          <a:ln w="15875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75307" y="1928977"/>
            <a:ext cx="114609" cy="114609"/>
          </a:xfrm>
          <a:prstGeom prst="diamond">
            <a:avLst/>
          </a:prstGeom>
          <a:solidFill>
            <a:srgbClr val="D97706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16887" y="1986281"/>
            <a:ext cx="175284" cy="9144"/>
          </a:xfrm>
          <a:prstGeom prst="line">
            <a:avLst/>
          </a:prstGeom>
          <a:noFill/>
          <a:ln w="15875">
            <a:solidFill>
              <a:srgbClr val="0596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47224" y="1928977"/>
            <a:ext cx="114609" cy="114609"/>
          </a:xfrm>
          <a:prstGeom prst="diamond">
            <a:avLst/>
          </a:prstGeom>
          <a:solidFill>
            <a:srgbClr val="D97706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88804" y="1986281"/>
            <a:ext cx="175284" cy="9144"/>
          </a:xfrm>
          <a:prstGeom prst="line">
            <a:avLst/>
          </a:prstGeom>
          <a:noFill/>
          <a:ln w="15875">
            <a:solidFill>
              <a:srgbClr val="0596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19142" y="1928977"/>
            <a:ext cx="114609" cy="114609"/>
          </a:xfrm>
          <a:prstGeom prst="diamond">
            <a:avLst/>
          </a:prstGeom>
          <a:solidFill>
            <a:srgbClr val="D97706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60721" y="1986281"/>
            <a:ext cx="175284" cy="9144"/>
          </a:xfrm>
          <a:prstGeom prst="line">
            <a:avLst/>
          </a:prstGeom>
          <a:noFill/>
          <a:ln w="15875">
            <a:solidFill>
              <a:srgbClr val="0596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91059" y="1928977"/>
            <a:ext cx="114609" cy="114609"/>
          </a:xfrm>
          <a:prstGeom prst="diamond">
            <a:avLst/>
          </a:prstGeom>
          <a:solidFill>
            <a:srgbClr val="D97706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32639" y="1986281"/>
            <a:ext cx="175284" cy="9144"/>
          </a:xfrm>
          <a:prstGeom prst="line">
            <a:avLst/>
          </a:prstGeom>
          <a:noFill/>
          <a:ln w="15875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62976" y="1928977"/>
            <a:ext cx="114609" cy="114609"/>
          </a:xfrm>
          <a:prstGeom prst="diamond">
            <a:avLst/>
          </a:prstGeom>
          <a:solidFill>
            <a:srgbClr val="D97706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04556" y="1986281"/>
            <a:ext cx="175284" cy="9144"/>
          </a:xfrm>
          <a:prstGeom prst="line">
            <a:avLst/>
          </a:prstGeom>
          <a:noFill/>
          <a:ln w="15875">
            <a:solidFill>
              <a:srgbClr val="0596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34894" y="1928977"/>
            <a:ext cx="114609" cy="114609"/>
          </a:xfrm>
          <a:prstGeom prst="diamond">
            <a:avLst/>
          </a:prstGeom>
          <a:solidFill>
            <a:srgbClr val="D97706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76474" y="1986281"/>
            <a:ext cx="175284" cy="9144"/>
          </a:xfrm>
          <a:prstGeom prst="line">
            <a:avLst/>
          </a:prstGeom>
          <a:noFill/>
          <a:ln w="15875">
            <a:solidFill>
              <a:srgbClr val="0596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06811" y="1928977"/>
            <a:ext cx="114609" cy="114609"/>
          </a:xfrm>
          <a:prstGeom prst="diamond">
            <a:avLst/>
          </a:prstGeom>
          <a:solidFill>
            <a:srgbClr val="D97706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48335" y="2188531"/>
            <a:ext cx="3775339" cy="148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peptide bond (bond-cleavage prediction target)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19174" y="2404265"/>
            <a:ext cx="2831504" cy="17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to residue graph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94476" y="2309882"/>
            <a:ext cx="9144" cy="458434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74168" y="2835732"/>
            <a:ext cx="4854007" cy="1618002"/>
          </a:xfrm>
          <a:prstGeom prst="roundRect">
            <a:avLst>
              <a:gd name="adj" fmla="val 113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782035" y="2862699"/>
            <a:ext cx="2831504" cy="20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Sequence Graph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82035" y="3064949"/>
            <a:ext cx="3775339" cy="16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residues only · window R = 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280919" y="3644734"/>
            <a:ext cx="323600" cy="323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80919" y="3644734"/>
            <a:ext cx="323600" cy="32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604519" y="3806534"/>
            <a:ext cx="323600" cy="9144"/>
          </a:xfrm>
          <a:prstGeom prst="line">
            <a:avLst/>
          </a:prstGeom>
          <a:noFill/>
          <a:ln w="22225">
            <a:solidFill>
              <a:srgbClr val="0596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28120" y="3644734"/>
            <a:ext cx="323600" cy="323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28120" y="3644734"/>
            <a:ext cx="323600" cy="32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251720" y="3806534"/>
            <a:ext cx="323600" cy="9144"/>
          </a:xfrm>
          <a:prstGeom prst="line">
            <a:avLst/>
          </a:prstGeom>
          <a:noFill/>
          <a:ln w="22225">
            <a:solidFill>
              <a:srgbClr val="05966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75321" y="3644734"/>
            <a:ext cx="323600" cy="323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75321" y="3644734"/>
            <a:ext cx="323600" cy="32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898921" y="3806534"/>
            <a:ext cx="323600" cy="9144"/>
          </a:xfrm>
          <a:prstGeom prst="line">
            <a:avLst/>
          </a:prstGeom>
          <a:noFill/>
          <a:ln w="22225">
            <a:solidFill>
              <a:srgbClr val="05966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22522" y="3644734"/>
            <a:ext cx="323600" cy="323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22522" y="3644734"/>
            <a:ext cx="323600" cy="32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546122" y="3806534"/>
            <a:ext cx="323600" cy="9144"/>
          </a:xfrm>
          <a:prstGeom prst="line">
            <a:avLst/>
          </a:prstGeom>
          <a:noFill/>
          <a:ln w="22225">
            <a:solidFill>
              <a:srgbClr val="05966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69723" y="3644734"/>
            <a:ext cx="323600" cy="323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69723" y="3644734"/>
            <a:ext cx="323600" cy="32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516924" y="3644734"/>
            <a:ext cx="323600" cy="323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16924" y="3644734"/>
            <a:ext cx="323600" cy="32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v_L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287707" y="3644734"/>
            <a:ext cx="202250" cy="32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⋯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876418" y="4157101"/>
            <a:ext cx="4449507" cy="16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 type 0 backbone edge (sequence adjacency; sequence-strategy graphs only)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337176" y="2835732"/>
            <a:ext cx="5123675" cy="1618002"/>
          </a:xfrm>
          <a:prstGeom prst="roundRect">
            <a:avLst>
              <a:gd name="adj" fmla="val 113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dash"/>
          </a:ln>
        </p:spPr>
      </p:sp>
      <p:sp>
        <p:nvSpPr>
          <p:cNvPr id="60" name="Text 58"/>
          <p:cNvSpPr/>
          <p:nvPr/>
        </p:nvSpPr>
        <p:spPr>
          <a:xfrm>
            <a:off x="6445043" y="2862699"/>
            <a:ext cx="2831504" cy="20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Distance Graph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445043" y="3064949"/>
            <a:ext cx="4179840" cy="16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+ distance window · R = 5 (|i − j| ≤ 5)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359679" y="3186300"/>
            <a:ext cx="323600" cy="3236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59679" y="3186300"/>
            <a:ext cx="323600" cy="32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v_g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943927" y="3846984"/>
            <a:ext cx="323600" cy="323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43927" y="3846984"/>
            <a:ext cx="323600" cy="32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267528" y="4008784"/>
            <a:ext cx="391017" cy="9144"/>
          </a:xfrm>
          <a:prstGeom prst="line">
            <a:avLst/>
          </a:prstGeom>
          <a:noFill/>
          <a:ln w="22225">
            <a:solidFill>
              <a:srgbClr val="05966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658545" y="3846984"/>
            <a:ext cx="323600" cy="323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58545" y="3846984"/>
            <a:ext cx="323600" cy="32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7982146" y="4008784"/>
            <a:ext cx="391017" cy="9144"/>
          </a:xfrm>
          <a:prstGeom prst="line">
            <a:avLst/>
          </a:prstGeom>
          <a:noFill/>
          <a:ln w="22225">
            <a:solidFill>
              <a:srgbClr val="05966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373163" y="3846984"/>
            <a:ext cx="323600" cy="323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73163" y="3846984"/>
            <a:ext cx="323600" cy="32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8696763" y="4008784"/>
            <a:ext cx="391017" cy="9144"/>
          </a:xfrm>
          <a:prstGeom prst="line">
            <a:avLst/>
          </a:prstGeom>
          <a:noFill/>
          <a:ln w="22225">
            <a:solidFill>
              <a:srgbClr val="05966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087781" y="3846984"/>
            <a:ext cx="323600" cy="323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087781" y="3846984"/>
            <a:ext cx="323600" cy="32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9411381" y="4008784"/>
            <a:ext cx="391017" cy="9144"/>
          </a:xfrm>
          <a:prstGeom prst="line">
            <a:avLst/>
          </a:prstGeom>
          <a:noFill/>
          <a:ln w="22225">
            <a:solidFill>
              <a:srgbClr val="05966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02398" y="3846984"/>
            <a:ext cx="323600" cy="323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02398" y="3846984"/>
            <a:ext cx="323600" cy="32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10517016" y="3846984"/>
            <a:ext cx="323600" cy="323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517016" y="3846984"/>
            <a:ext cx="323600" cy="32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v_L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10260832" y="3846984"/>
            <a:ext cx="202250" cy="32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⋯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 flipV="1">
            <a:off x="7105728" y="3810642"/>
            <a:ext cx="89327" cy="36342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7195055" y="3779146"/>
            <a:ext cx="89327" cy="3149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7284382" y="3752495"/>
            <a:ext cx="89327" cy="2665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7373709" y="3730690"/>
            <a:ext cx="89327" cy="21805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7463036" y="3713731"/>
            <a:ext cx="89327" cy="1696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7552364" y="3701617"/>
            <a:ext cx="89327" cy="12114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7641691" y="3694348"/>
            <a:ext cx="89327" cy="726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7731018" y="3691925"/>
            <a:ext cx="89327" cy="2423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820345" y="3691925"/>
            <a:ext cx="89327" cy="2423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909673" y="3694348"/>
            <a:ext cx="89327" cy="726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999000" y="3701617"/>
            <a:ext cx="89327" cy="12114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088327" y="3713731"/>
            <a:ext cx="89327" cy="1696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177654" y="3730690"/>
            <a:ext cx="89327" cy="21805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66981" y="3752495"/>
            <a:ext cx="89327" cy="2665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356309" y="3779146"/>
            <a:ext cx="89327" cy="3149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445636" y="3810642"/>
            <a:ext cx="89327" cy="36342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8534963" y="3810642"/>
            <a:ext cx="89327" cy="36342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V="1">
            <a:off x="8624290" y="3779146"/>
            <a:ext cx="89327" cy="3149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8713618" y="3752495"/>
            <a:ext cx="89327" cy="2665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8802945" y="3730690"/>
            <a:ext cx="89327" cy="21805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8892272" y="3713731"/>
            <a:ext cx="89327" cy="1696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8981599" y="3701617"/>
            <a:ext cx="89327" cy="12114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9070926" y="3694348"/>
            <a:ext cx="89327" cy="726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9160254" y="3691925"/>
            <a:ext cx="89327" cy="2423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249581" y="3691925"/>
            <a:ext cx="89327" cy="2423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338908" y="3694348"/>
            <a:ext cx="89327" cy="726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428235" y="3701617"/>
            <a:ext cx="89327" cy="12114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517562" y="3713731"/>
            <a:ext cx="89327" cy="1696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606890" y="3730690"/>
            <a:ext cx="89327" cy="21805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696217" y="3752495"/>
            <a:ext cx="89327" cy="2665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785544" y="3779146"/>
            <a:ext cx="89327" cy="3149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874871" y="3810642"/>
            <a:ext cx="89327" cy="36342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7820345" y="3791681"/>
            <a:ext cx="133991" cy="55303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V="1">
            <a:off x="7954336" y="3743752"/>
            <a:ext cx="133991" cy="47929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V="1">
            <a:off x="8088327" y="3703197"/>
            <a:ext cx="133991" cy="40555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8222318" y="3670015"/>
            <a:ext cx="133991" cy="33182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V="1">
            <a:off x="8356309" y="3644207"/>
            <a:ext cx="133991" cy="2580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8490299" y="3625773"/>
            <a:ext cx="133991" cy="18434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8624290" y="3614712"/>
            <a:ext cx="133991" cy="1106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8758281" y="3611025"/>
            <a:ext cx="133991" cy="3687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892272" y="3611025"/>
            <a:ext cx="133991" cy="3687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026263" y="3614712"/>
            <a:ext cx="133991" cy="1106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160254" y="3625773"/>
            <a:ext cx="133991" cy="18434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294244" y="3644207"/>
            <a:ext cx="133991" cy="2580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428235" y="3670015"/>
            <a:ext cx="133991" cy="33182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562226" y="3703197"/>
            <a:ext cx="133991" cy="40555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696217" y="3743752"/>
            <a:ext cx="133991" cy="47929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830208" y="3791681"/>
            <a:ext cx="133991" cy="55303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flipH="1">
            <a:off x="8449586" y="3509900"/>
            <a:ext cx="71894" cy="9217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flipH="1">
            <a:off x="8375480" y="3519117"/>
            <a:ext cx="74106" cy="10797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flipH="1">
            <a:off x="8299162" y="3529914"/>
            <a:ext cx="76318" cy="12377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H="1">
            <a:off x="8220632" y="3542292"/>
            <a:ext cx="78530" cy="13957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H="1">
            <a:off x="8139890" y="3556249"/>
            <a:ext cx="80742" cy="15537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H="1">
            <a:off x="8056936" y="3571787"/>
            <a:ext cx="82954" cy="1711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H="1">
            <a:off x="7971770" y="3588904"/>
            <a:ext cx="85166" cy="1869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H="1">
            <a:off x="7884391" y="3607602"/>
            <a:ext cx="87378" cy="2027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H="1">
            <a:off x="7794801" y="3627879"/>
            <a:ext cx="89591" cy="2185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flipH="1">
            <a:off x="7702998" y="3649737"/>
            <a:ext cx="91803" cy="2343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flipH="1">
            <a:off x="7608983" y="3673175"/>
            <a:ext cx="94015" cy="2501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H="1">
            <a:off x="7512756" y="3698193"/>
            <a:ext cx="96227" cy="2659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flipH="1">
            <a:off x="7414317" y="3724791"/>
            <a:ext cx="98439" cy="2817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 flipH="1">
            <a:off x="7313666" y="3752969"/>
            <a:ext cx="100651" cy="2975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flipH="1">
            <a:off x="7210803" y="3782727"/>
            <a:ext cx="102863" cy="3133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flipH="1">
            <a:off x="7105728" y="3814066"/>
            <a:ext cx="105075" cy="3291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521480" y="3509900"/>
            <a:ext cx="53" cy="3291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8521532" y="3542818"/>
            <a:ext cx="158" cy="3133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521690" y="3574157"/>
            <a:ext cx="263" cy="2975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521954" y="3603915"/>
            <a:ext cx="369" cy="2817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522322" y="3632093"/>
            <a:ext cx="474" cy="2659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522796" y="3658691"/>
            <a:ext cx="579" cy="2501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523376" y="3683709"/>
            <a:ext cx="685" cy="2343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524061" y="3707147"/>
            <a:ext cx="790" cy="2185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524851" y="3729005"/>
            <a:ext cx="895" cy="2027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525746" y="3749282"/>
            <a:ext cx="1001" cy="1869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526747" y="3767980"/>
            <a:ext cx="1106" cy="1711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527853" y="3785097"/>
            <a:ext cx="1211" cy="15537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529064" y="3800635"/>
            <a:ext cx="1317" cy="13957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530381" y="3814592"/>
            <a:ext cx="1422" cy="12377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531803" y="3826970"/>
            <a:ext cx="1527" cy="10797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533330" y="3837767"/>
            <a:ext cx="1633" cy="9217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521480" y="3509900"/>
            <a:ext cx="100072" cy="1317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621551" y="3511217"/>
            <a:ext cx="104707" cy="3950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726258" y="3515167"/>
            <a:ext cx="109342" cy="6584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835600" y="3521751"/>
            <a:ext cx="113976" cy="9217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8949576" y="3530968"/>
            <a:ext cx="118611" cy="11851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068188" y="3542818"/>
            <a:ext cx="123246" cy="14484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191434" y="3557303"/>
            <a:ext cx="127881" cy="1711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9319315" y="3574420"/>
            <a:ext cx="132516" cy="19751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9451831" y="3594171"/>
            <a:ext cx="137151" cy="22384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588982" y="3616556"/>
            <a:ext cx="141786" cy="2501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9730768" y="3641574"/>
            <a:ext cx="146421" cy="27651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9877189" y="3669225"/>
            <a:ext cx="151056" cy="30285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0028245" y="3699510"/>
            <a:ext cx="155691" cy="32918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0183935" y="3732428"/>
            <a:ext cx="160326" cy="35552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0344261" y="3767980"/>
            <a:ext cx="164960" cy="38185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509221" y="3806165"/>
            <a:ext cx="169595" cy="40819"/>
          </a:xfrm>
          <a:prstGeom prst="line">
            <a:avLst/>
          </a:prstGeom>
          <a:noFill/>
          <a:ln w="11430">
            <a:solidFill>
              <a:srgbClr val="7C3AED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74168" y="4615535"/>
            <a:ext cx="10786683" cy="647201"/>
          </a:xfrm>
          <a:prstGeom prst="roundRect">
            <a:avLst>
              <a:gd name="adj" fmla="val 28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78" name="Text 176"/>
          <p:cNvSpPr/>
          <p:nvPr/>
        </p:nvSpPr>
        <p:spPr>
          <a:xfrm>
            <a:off x="782035" y="4655985"/>
            <a:ext cx="1348335" cy="17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endParaRPr lang="en-US" sz="1200" dirty="0"/>
          </a:p>
        </p:txBody>
      </p:sp>
      <p:sp>
        <p:nvSpPr>
          <p:cNvPr id="179" name="Shape 177"/>
          <p:cNvSpPr/>
          <p:nvPr/>
        </p:nvSpPr>
        <p:spPr>
          <a:xfrm>
            <a:off x="782035" y="4912169"/>
            <a:ext cx="269667" cy="9144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1105635" y="4831269"/>
            <a:ext cx="2224753" cy="17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0 / type 1 near · |i − j| = 1</a:t>
            </a:r>
            <a:endParaRPr lang="en-US" sz="950" dirty="0"/>
          </a:p>
        </p:txBody>
      </p:sp>
      <p:sp>
        <p:nvSpPr>
          <p:cNvPr id="181" name="Shape 179"/>
          <p:cNvSpPr/>
          <p:nvPr/>
        </p:nvSpPr>
        <p:spPr>
          <a:xfrm>
            <a:off x="3640506" y="4912169"/>
            <a:ext cx="269667" cy="9144"/>
          </a:xfrm>
          <a:prstGeom prst="line">
            <a:avLst/>
          </a:prstGeom>
          <a:noFill/>
          <a:ln w="22225">
            <a:solidFill>
              <a:srgbClr val="7C3AED"/>
            </a:solidFill>
            <a:prstDash val="dash"/>
          </a:ln>
        </p:spPr>
      </p:sp>
      <p:sp>
        <p:nvSpPr>
          <p:cNvPr id="182" name="Text 180"/>
          <p:cNvSpPr/>
          <p:nvPr/>
        </p:nvSpPr>
        <p:spPr>
          <a:xfrm>
            <a:off x="3964106" y="4831269"/>
            <a:ext cx="2561837" cy="17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2 remote · 2 ≤ |i − j| ≤ R</a:t>
            </a:r>
            <a:endParaRPr lang="en-US" sz="950" dirty="0"/>
          </a:p>
        </p:txBody>
      </p:sp>
      <p:sp>
        <p:nvSpPr>
          <p:cNvPr id="183" name="Shape 181"/>
          <p:cNvSpPr/>
          <p:nvPr/>
        </p:nvSpPr>
        <p:spPr>
          <a:xfrm>
            <a:off x="6809094" y="4912169"/>
            <a:ext cx="269667" cy="9144"/>
          </a:xfrm>
          <a:prstGeom prst="line">
            <a:avLst/>
          </a:prstGeom>
          <a:noFill/>
          <a:ln w="19050">
            <a:solidFill>
              <a:srgbClr val="7C3AED"/>
            </a:solidFill>
            <a:prstDash val="sysDot"/>
          </a:ln>
        </p:spPr>
      </p:sp>
      <p:sp>
        <p:nvSpPr>
          <p:cNvPr id="184" name="Text 182"/>
          <p:cNvSpPr/>
          <p:nvPr/>
        </p:nvSpPr>
        <p:spPr>
          <a:xfrm>
            <a:off x="7132694" y="4831269"/>
            <a:ext cx="2561837" cy="17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4 global · v_g ↔ residues</a:t>
            </a:r>
            <a:endParaRPr lang="en-US" sz="950" dirty="0"/>
          </a:p>
        </p:txBody>
      </p:sp>
      <p:sp>
        <p:nvSpPr>
          <p:cNvPr id="185" name="Text 183"/>
          <p:cNvSpPr/>
          <p:nvPr/>
        </p:nvSpPr>
        <p:spPr>
          <a:xfrm>
            <a:off x="9708015" y="4831269"/>
            <a:ext cx="1685419" cy="17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radius R = 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2026-09-28T11:21:27Z</dcterms:created>
  <dcterms:modified xsi:type="dcterms:W3CDTF">2026-09-28T11:21:27Z</dcterms:modified>
</cp:coreProperties>
</file>