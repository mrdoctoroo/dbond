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DBond-GT: Residue-Graph Network for Peptide Bond-Cleavage Prediction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pre-synthesis setting  ·  one residue graph per peptide  ·  hidden dim 256  ·  dropout 0.1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77640" y="877824"/>
            <a:ext cx="42062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96512" y="877824"/>
            <a:ext cx="2734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Per-bond cleavage probability pᵢ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sigmoid  ·  threshold τ = 0.5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78040" y="1143000"/>
            <a:ext cx="118872" cy="1188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7351776" y="1042416"/>
            <a:ext cx="118872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7525512" y="1097280"/>
            <a:ext cx="118872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7699248" y="987552"/>
            <a:ext cx="118872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7872984" y="1069848"/>
            <a:ext cx="118872" cy="1920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0" y="1124712"/>
            <a:ext cx="118872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3977640" y="1536192"/>
            <a:ext cx="4206240" cy="768096"/>
          </a:xfrm>
          <a:prstGeom prst="roundRect">
            <a:avLst>
              <a:gd name="adj" fmla="val 5952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96512" y="1536192"/>
            <a:ext cx="39684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Bond prediction head (per peptide bond i)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[hᵢ ‖ hᵢ₊₁ ‖ eᵢⱼ ‖ hᵢ−hᵢ₊₁ ‖ hᵢ⊙hᵢ₊₁ ‖ tᵢ]   (6 × 256 = 1536)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MLP 1536 → 256 → ReLU → Dropout(0.1) → logit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77640" y="2450592"/>
            <a:ext cx="4206240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5875">
            <a:solidFill>
              <a:srgbClr val="99F6E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77640" y="25054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passing × 5 layers  ·  hidden 256  ·  dropout 0.1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779776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27797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× edge-aware GAT  (4 heads)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43400" y="3310128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3310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× gated residual GCN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977640" y="3950208"/>
            <a:ext cx="4206240" cy="658368"/>
          </a:xfrm>
          <a:prstGeom prst="roundRect">
            <a:avLst>
              <a:gd name="adj" fmla="val 6944"/>
            </a:avLst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96512" y="3950208"/>
            <a:ext cx="3968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FiLM conditioning (before message passing)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 ← (1 + γ) ⊙ h + β   (zero-init: identity at start)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(γ, β) ← MLP(2 → 64 → 512) of [0.1·charge, 0.01·NCE]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977640" y="4754880"/>
            <a:ext cx="4206240" cy="859536"/>
          </a:xfrm>
          <a:prstGeom prst="roundRect">
            <a:avLst>
              <a:gd name="adj" fmla="val 5319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096512" y="4754880"/>
            <a:ext cx="39684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encoder  →  h ∈ ℝ²⁵⁶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 emb (64) + position (32) + physicochemistry (32)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state MLP (charge, pep_mass) + env MLP (NCE)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Linear + LayerNorm + ReLU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977640" y="5797296"/>
            <a:ext cx="1417320" cy="566928"/>
          </a:xfrm>
          <a:prstGeom prst="roundRect">
            <a:avLst>
              <a:gd name="adj" fmla="val 8065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96512" y="5797296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P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D-AA alphabet (24)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0" y="5797296"/>
            <a:ext cx="1325880" cy="566928"/>
          </a:xfrm>
          <a:prstGeom prst="roundRect">
            <a:avLst>
              <a:gd name="adj" fmla="val 8065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05272" y="5797296"/>
            <a:ext cx="1088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 · pep_mass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03720" y="5797296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022592" y="5797296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896112"/>
            <a:ext cx="3200400" cy="118872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30352" y="896112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condition-group folding (≈ 7,643 groups) + q soft labels, group_uniform weights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AdamW lr 1e-4 · cosine + warmup 40 · early stop 25 · batch 128 groups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3035808"/>
            <a:ext cx="3200400" cy="1005840"/>
          </a:xfrm>
          <a:prstGeom prst="roundRect">
            <a:avLst>
              <a:gd name="adj" fmla="val 4545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0352" y="303580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encoder  →  e ∈ ℝ²⁵⁶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+ distance + raw attributes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[d, charge, pep_mass, NCE] → Linear + LN + ReLU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11480" y="4224528"/>
            <a:ext cx="3200400" cy="1783080"/>
          </a:xfrm>
          <a:prstGeom prst="roundRect">
            <a:avLst>
              <a:gd name="adj" fmla="val 2564"/>
            </a:avLst>
          </a:prstGeom>
          <a:solidFill>
            <a:srgbClr val="F0FDFA"/>
          </a:solidFill>
          <a:ln w="15875">
            <a:solidFill>
              <a:srgbClr val="99F6E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42793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Residue graph (one per peptide)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45171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 edges = peptide bonds (◆)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 edges |i−j| ≤ 5  ·  global node vᵧ ↔ all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417320" y="4882896"/>
            <a:ext cx="256032" cy="256032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38" name="Text 36"/>
          <p:cNvSpPr/>
          <p:nvPr/>
        </p:nvSpPr>
        <p:spPr>
          <a:xfrm>
            <a:off x="1417320" y="4882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545336" y="5138928"/>
            <a:ext cx="0" cy="256032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 flipH="1">
            <a:off x="813816" y="5120640"/>
            <a:ext cx="630936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645920" y="5120640"/>
            <a:ext cx="630936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85800" y="539496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5394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51560" y="539496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1051560" y="5394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417320" y="539496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1417320" y="5394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783080" y="539496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1783080" y="5394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148840" y="539496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1" name="Text 49"/>
          <p:cNvSpPr/>
          <p:nvPr/>
        </p:nvSpPr>
        <p:spPr>
          <a:xfrm>
            <a:off x="2148840" y="5394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41832" y="5522976"/>
            <a:ext cx="109728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07592" y="5522976"/>
            <a:ext cx="109728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73352" y="5522976"/>
            <a:ext cx="109728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39112" y="5522976"/>
            <a:ext cx="109728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21308" y="5481828"/>
            <a:ext cx="82296" cy="82296"/>
          </a:xfrm>
          <a:prstGeom prst="diamond">
            <a:avLst/>
          </a:prstGeom>
          <a:solidFill>
            <a:srgbClr val="D97706"/>
          </a:solidFill>
          <a:ln/>
        </p:spPr>
      </p:sp>
      <p:sp>
        <p:nvSpPr>
          <p:cNvPr id="57" name="Shape 55"/>
          <p:cNvSpPr/>
          <p:nvPr/>
        </p:nvSpPr>
        <p:spPr>
          <a:xfrm>
            <a:off x="813816" y="5669280"/>
            <a:ext cx="0" cy="128016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813816" y="5797296"/>
            <a:ext cx="73152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1545336" y="5669280"/>
            <a:ext cx="0" cy="128016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8549640" y="1536192"/>
            <a:ext cx="3246120" cy="1280160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668512" y="1536192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Theory features tᵢ (15-d)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prefix / suffix mass · b₁⁺/b₂⁺/y₁⁺/y₂⁺ m/z · relative position · flanking residue masses · H₂O / NH₃ loss flags · Pro context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sequence-derived only → Linear(15 → 256)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8549640" y="3035808"/>
            <a:ext cx="32461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8668512" y="3035808"/>
            <a:ext cx="3008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 intensity · scan_num · rt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masked at runtime (pre-synthesis setting)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 inputs: sequence + charge + pep_mass + NCE + theory features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8549640" y="4754880"/>
            <a:ext cx="3246120" cy="859536"/>
          </a:xfrm>
          <a:prstGeom prst="roundRect">
            <a:avLst>
              <a:gd name="adj" fmla="val 5319"/>
            </a:avLst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668512" y="4754880"/>
            <a:ext cx="30083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Inference — DBond-GT-Ens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seeds (42–46) · probability averaging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checkpoint: F1-selected (main tables) · ρ-selected (ranking)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 flipV="1">
            <a:off x="4663440" y="5614416"/>
            <a:ext cx="0" cy="18288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 flipV="1">
            <a:off x="6126480" y="5614416"/>
            <a:ext cx="0" cy="18288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 flipV="1">
            <a:off x="7498080" y="5614416"/>
            <a:ext cx="0" cy="18288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611880" y="5120640"/>
            <a:ext cx="36576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6080760" y="4608576"/>
            <a:ext cx="0" cy="146304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6080760" y="3822192"/>
            <a:ext cx="0" cy="128016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6080760" y="2304288"/>
            <a:ext cx="0" cy="146304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6080760" y="1389888"/>
            <a:ext cx="0" cy="146304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H="1">
            <a:off x="8183880" y="1920240"/>
            <a:ext cx="36576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3611880" y="3538728"/>
            <a:ext cx="704088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DBond</dc:creator>
  <cp:lastModifiedBy>DBond</cp:lastModifiedBy>
  <cp:revision>1</cp:revision>
  <dcterms:created xsi:type="dcterms:W3CDTF">2026-09-21T10:20:59Z</dcterms:created>
  <dcterms:modified xsi:type="dcterms:W3CDTF">2026-09-21T10:20:59Z</dcterms:modified>
</cp:coreProperties>
</file>