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0962" y="1322268"/>
            <a:ext cx="5868755" cy="4213465"/>
          </a:xfrm>
          <a:prstGeom prst="roundRect">
            <a:avLst>
              <a:gd name="adj" fmla="val 326"/>
            </a:avLst>
          </a:prstGeom>
          <a:solidFill>
            <a:srgbClr val="FDF2F4"/>
          </a:solidFill>
          <a:ln w="12700">
            <a:solidFill>
              <a:srgbClr val="E09AA6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66491" y="1412556"/>
            <a:ext cx="3009618" cy="22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D3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encoder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70678" y="1322268"/>
            <a:ext cx="5417312" cy="4213465"/>
          </a:xfrm>
          <a:prstGeom prst="roundRect">
            <a:avLst>
              <a:gd name="adj" fmla="val 326"/>
            </a:avLst>
          </a:prstGeom>
          <a:solidFill>
            <a:srgbClr val="EAF1FB"/>
          </a:solidFill>
          <a:ln w="12700">
            <a:solidFill>
              <a:srgbClr val="8FAE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636207" y="1412556"/>
            <a:ext cx="3461060" cy="225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5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Key-level prediction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2020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2E7D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645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3E9C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3270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2E7D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8895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E0B2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4520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D98E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0146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7FC8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020" y="2059624"/>
            <a:ext cx="1655290" cy="16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03847" y="2240201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1443" y="2465922"/>
            <a:ext cx="1504809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443" y="2465922"/>
            <a:ext cx="1504809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Amino Acid Embedding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03847" y="2857173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1443" y="3082894"/>
            <a:ext cx="1504809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443" y="3082894"/>
            <a:ext cx="1504809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Position Encoding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03847" y="3474144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1443" y="3699866"/>
            <a:ext cx="1504809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443" y="3699866"/>
            <a:ext cx="1504809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(γ, β)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12503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8128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3753" y="1863999"/>
            <a:ext cx="150481" cy="150481"/>
          </a:xfrm>
          <a:prstGeom prst="roundRect">
            <a:avLst>
              <a:gd name="adj" fmla="val 9115"/>
            </a:avLst>
          </a:prstGeom>
          <a:solidFill>
            <a:srgbClr val="6B7A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2022" y="2059624"/>
            <a:ext cx="1053366" cy="16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/ env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13465" y="2240201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61060" y="2465922"/>
            <a:ext cx="1504809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1060" y="2465922"/>
            <a:ext cx="1504809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Embedding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13465" y="2857173"/>
            <a:ext cx="9144" cy="1038318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1986348" y="3895491"/>
            <a:ext cx="2227117" cy="914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203847" y="4091116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1443" y="4316837"/>
            <a:ext cx="4514427" cy="436395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443" y="4316837"/>
            <a:ext cx="4514427" cy="436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GCN   +   2 × GAT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1443" y="4783328"/>
            <a:ext cx="4514427" cy="16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residues as nodes · distance-window edges (|i − j| ≤ 5) · global node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65869" y="4535035"/>
            <a:ext cx="1053366" cy="914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019236" y="2661547"/>
            <a:ext cx="9144" cy="1873487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19236" y="2661547"/>
            <a:ext cx="722308" cy="914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771640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A8C6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2217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A8C6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794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A8C6E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3371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E0B2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3948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E0B2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4525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7FC8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55102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7FC8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35679" y="1863999"/>
            <a:ext cx="135433" cy="135433"/>
          </a:xfrm>
          <a:prstGeom prst="roundRect">
            <a:avLst>
              <a:gd name="adj" fmla="val 10128"/>
            </a:avLst>
          </a:prstGeom>
          <a:solidFill>
            <a:srgbClr val="7FC8B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71640" y="2059624"/>
            <a:ext cx="3009618" cy="16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features · hᵢ, hⱼ, eᵢⱼ, 15-d theory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49766" y="2240201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771640" y="2465922"/>
            <a:ext cx="2558175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71640" y="2465922"/>
            <a:ext cx="2558175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 &amp; Flatten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50728" y="2857173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771640" y="3082894"/>
            <a:ext cx="2558175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71640" y="3082894"/>
            <a:ext cx="2558175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050728" y="3474144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771640" y="3699866"/>
            <a:ext cx="2558175" cy="391250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9525">
            <a:solidFill>
              <a:srgbClr val="5A6B8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71640" y="3699866"/>
            <a:ext cx="2558175" cy="39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050728" y="4091116"/>
            <a:ext cx="9144" cy="225721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072602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4CAF7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68227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4CAF7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63852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E0B2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59477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D98E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55102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4CAF7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50728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4CAF7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46353" y="4377030"/>
            <a:ext cx="150481" cy="150481"/>
          </a:xfrm>
          <a:prstGeom prst="roundRect">
            <a:avLst>
              <a:gd name="adj" fmla="val 9115"/>
            </a:avLst>
          </a:prstGeom>
          <a:solidFill>
            <a:srgbClr val="D98E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72602" y="4602751"/>
            <a:ext cx="1956252" cy="165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pᵢ per bond  (τ = 0.5)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2026-09-21T09:48:24Z</dcterms:created>
  <dcterms:modified xsi:type="dcterms:W3CDTF">2026-09-21T09:48:24Z</dcterms:modified>
</cp:coreProperties>
</file>